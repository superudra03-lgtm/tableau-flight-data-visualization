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4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F51308F5-6E5D-437C-8E74-6947F747ED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Tableau Flight Visualization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3ED005A4-9D5E-4A60-AA5C-DE662586DD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Q1">
            <a:extLst>
              <a:ext uri="{FF2B5EF4-FFF2-40B4-BE49-F238E27FC236}">
                <a16:creationId xmlns:a16="http://schemas.microsoft.com/office/drawing/2014/main" id="{6DB0B655-606D-441D-A8D4-98DFA7920F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57" y="0"/>
            <a:ext cx="112272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Q2">
            <a:extLst>
              <a:ext uri="{FF2B5EF4-FFF2-40B4-BE49-F238E27FC236}">
                <a16:creationId xmlns:a16="http://schemas.microsoft.com/office/drawing/2014/main" id="{1F31FDAF-AB0C-4701-BC93-7FDD6E4DE4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59" y="0"/>
            <a:ext cx="107702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Q3">
            <a:extLst>
              <a:ext uri="{FF2B5EF4-FFF2-40B4-BE49-F238E27FC236}">
                <a16:creationId xmlns:a16="http://schemas.microsoft.com/office/drawing/2014/main" id="{1ABDADFA-6522-4233-8F2B-7863835FC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75" y="371475"/>
            <a:ext cx="10077450" cy="611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Q4">
            <a:extLst>
              <a:ext uri="{FF2B5EF4-FFF2-40B4-BE49-F238E27FC236}">
                <a16:creationId xmlns:a16="http://schemas.microsoft.com/office/drawing/2014/main" id="{BA6461F1-0100-45D6-852F-99F014D44A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508" y="0"/>
            <a:ext cx="20969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Q5">
            <a:extLst>
              <a:ext uri="{FF2B5EF4-FFF2-40B4-BE49-F238E27FC236}">
                <a16:creationId xmlns:a16="http://schemas.microsoft.com/office/drawing/2014/main" id="{BA6B5421-CD13-4B4A-BBF3-024A4D55D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031" y="0"/>
            <a:ext cx="74379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Q6">
            <a:extLst>
              <a:ext uri="{FF2B5EF4-FFF2-40B4-BE49-F238E27FC236}">
                <a16:creationId xmlns:a16="http://schemas.microsoft.com/office/drawing/2014/main" id="{2C623489-7FF8-4A40-AEBC-FFF08B07B0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92" y="0"/>
            <a:ext cx="10432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Macintosh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Tableau Flight Visualization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Rudra Chevdawala</cp:lastModifiedBy>
  <cp:revision>2</cp:revision>
  <dcterms:created xsi:type="dcterms:W3CDTF">2026-06-11T05:01:22Z</dcterms:created>
  <dcterms:modified xsi:type="dcterms:W3CDTF">2026-06-11T05:03:18Z</dcterms:modified>
</cp:coreProperties>
</file>